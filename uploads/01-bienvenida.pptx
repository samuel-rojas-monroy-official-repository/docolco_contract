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6B7A3E"/>
          </a:solidFill>
          <a:ln w="12700">
            <a:solidFill>
              <a:srgbClr val="6B7A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0"/>
            <a:ext cx="3474720" cy="6858000"/>
          </a:xfrm>
          <a:prstGeom prst="rect">
            <a:avLst/>
          </a:prstGeom>
          <a:solidFill>
            <a:srgbClr val="1E1E1A"/>
          </a:solidFill>
          <a:ln w="12700">
            <a:solidFill>
              <a:srgbClr val="1E1E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303520"/>
            <a:ext cx="3474720" cy="1554480"/>
          </a:xfrm>
          <a:prstGeom prst="rect">
            <a:avLst/>
          </a:prstGeom>
          <a:solidFill>
            <a:srgbClr val="6B7A3E"/>
          </a:solidFill>
          <a:ln w="12700">
            <a:solidFill>
              <a:srgbClr val="6B7A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 rot="5400000">
            <a:off x="73152" y="13716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800" kern="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SR.DEV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548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BIENVENIDOS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005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proyecto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1554480"/>
            <a:ext cx="1097280" cy="36576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3949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Plasfilm S.A.S.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Docolco LLC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06240" y="1097280"/>
            <a:ext cx="7589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68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PAQUETE DE</a:t>
            </a:r>
            <a:endParaRPr lang="en-US" sz="68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68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BIENVENIDA</a:t>
            </a:r>
            <a:endParaRPr lang="en-US" sz="6800" dirty="0"/>
          </a:p>
        </p:txBody>
      </p:sp>
      <p:sp>
        <p:nvSpPr>
          <p:cNvPr id="12" name="Shape 10"/>
          <p:cNvSpPr/>
          <p:nvPr/>
        </p:nvSpPr>
        <p:spPr>
          <a:xfrm>
            <a:off x="4206240" y="3566160"/>
            <a:ext cx="4572000" cy="54864"/>
          </a:xfrm>
          <a:prstGeom prst="rect">
            <a:avLst/>
          </a:prstGeom>
          <a:solidFill>
            <a:srgbClr val="6B7A3E"/>
          </a:solidFill>
          <a:ln w="12700">
            <a:solidFill>
              <a:srgbClr val="6B7A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37947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9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Desarrollado por Samuel Rojas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206240" y="42976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+57 304 353 8450  ·  samueldavidvida@gmail.com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06240" y="6035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 2025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6B7A3E"/>
          </a:solidFill>
          <a:ln w="12700">
            <a:solidFill>
              <a:srgbClr val="6B7A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QUIÉN ES SR.DEV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88000"/>
              </a:lnSpc>
              <a:buNone/>
            </a:pPr>
            <a:r>
              <a:rPr lang="en-US" sz="60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Samuel</a:t>
            </a:r>
            <a:endParaRPr lang="en-US" sz="60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60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Rojas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731520" y="2926080"/>
            <a:ext cx="1645920" cy="45720"/>
          </a:xfrm>
          <a:prstGeom prst="rect">
            <a:avLst/>
          </a:prstGeom>
          <a:solidFill>
            <a:srgbClr val="6B7A3E"/>
          </a:solidFill>
          <a:ln w="12700">
            <a:solidFill>
              <a:srgbClr val="6B7A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063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Desarrollador Web Independiente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Bogotá, Colombia · Disponible remoto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914400"/>
            <a:ext cx="2743200" cy="2011680"/>
          </a:xfrm>
          <a:prstGeom prst="rect">
            <a:avLst/>
          </a:prstGeom>
          <a:solidFill>
            <a:srgbClr val="1E1E1A"/>
          </a:solidFill>
          <a:ln w="12700">
            <a:solidFill>
              <a:srgbClr val="4A55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143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217920" y="1783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Web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0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Sitios custom sin plantillas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0" y="914400"/>
            <a:ext cx="2743200" cy="2011680"/>
          </a:xfrm>
          <a:prstGeom prst="rect">
            <a:avLst/>
          </a:prstGeom>
          <a:solidFill>
            <a:srgbClr val="1E1E1A"/>
          </a:solidFill>
          <a:ln w="12700">
            <a:solidFill>
              <a:srgbClr val="4A55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0" y="1143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1783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&amp; Automatización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0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+ Ollama + bots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3291840"/>
            <a:ext cx="2743200" cy="2011680"/>
          </a:xfrm>
          <a:prstGeom prst="rect">
            <a:avLst/>
          </a:prstGeom>
          <a:solidFill>
            <a:srgbClr val="1E1E1A"/>
          </a:solidFill>
          <a:ln w="12700">
            <a:solidFill>
              <a:srgbClr val="4A55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3520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217920" y="4160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&amp; Hardware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4617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 + MQTT + Grafana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144000" y="3291840"/>
            <a:ext cx="2743200" cy="2011680"/>
          </a:xfrm>
          <a:prstGeom prst="rect">
            <a:avLst/>
          </a:prstGeom>
          <a:solidFill>
            <a:srgbClr val="1E1E1A"/>
          </a:solidFill>
          <a:ln w="12700">
            <a:solidFill>
              <a:srgbClr val="4A55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0" y="3520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9144000" y="4160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Bases de Datos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0" y="4617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+ NoSQL + Firebase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48463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6+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731520" y="55321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Años exp.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148840" y="48463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2148840" y="55321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Certificaciones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566160" y="48463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3566160" y="55321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 core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83480" y="48463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4983480" y="55321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directa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31520" y="4709160"/>
            <a:ext cx="5486400" cy="36576"/>
          </a:xfrm>
          <a:prstGeom prst="rect">
            <a:avLst/>
          </a:prstGeom>
          <a:solidFill>
            <a:srgbClr val="2A2A26"/>
          </a:solidFill>
          <a:ln w="12700">
            <a:solidFill>
              <a:srgbClr val="2A2A26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8F4"/>
          </a:solidFill>
          <a:ln w="12700">
            <a:solidFill>
              <a:srgbClr val="F8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57200" cy="1097280"/>
          </a:xfrm>
          <a:prstGeom prst="rect">
            <a:avLst/>
          </a:prstGeom>
          <a:solidFill>
            <a:srgbClr val="6B7A3E"/>
          </a:solidFill>
          <a:ln w="12700">
            <a:solidFill>
              <a:srgbClr val="6B7A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EL PROYECTO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5029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sitios web · 1 desarrollador · 1 objetivo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303520" cy="5212080"/>
          </a:xfrm>
          <a:prstGeom prst="rect">
            <a:avLst/>
          </a:prstGeom>
          <a:solidFill>
            <a:srgbClr val="F0F0EC"/>
          </a:solidFill>
          <a:ln w="12700">
            <a:solidFill>
              <a:srgbClr val="E0E0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71600"/>
            <a:ext cx="5303520" cy="457200"/>
          </a:xfrm>
          <a:prstGeom prst="rect">
            <a:avLst/>
          </a:prstGeom>
          <a:solidFill>
            <a:srgbClr val="6B7A3E"/>
          </a:solidFill>
          <a:ln w="12700">
            <a:solidFill>
              <a:srgbClr val="6B7A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17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PLASFILM S.A.S.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4173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DD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🇨🇴  Colombia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0574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333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Sitio corporativo en español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47802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333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Paleta azul + naranja de marca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289864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333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secciones completas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31927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333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Portafolio de productos químicos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73989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333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Formulario de contacto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1605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333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 de productos con fichas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458114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333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de mayoristas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500176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333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básico on-page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542239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333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Publicación en Netlify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1371600"/>
            <a:ext cx="5303520" cy="5212080"/>
          </a:xfrm>
          <a:prstGeom prst="rect">
            <a:avLst/>
          </a:prstGeom>
          <a:solidFill>
            <a:srgbClr val="F0F0EC"/>
          </a:solidFill>
          <a:ln w="12700">
            <a:solidFill>
              <a:srgbClr val="E0E0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1371600"/>
            <a:ext cx="5303520" cy="457200"/>
          </a:xfrm>
          <a:prstGeom prst="rect">
            <a:avLst/>
          </a:prstGeom>
          <a:solidFill>
            <a:srgbClr val="1A3FA8"/>
          </a:solidFill>
          <a:ln w="12700">
            <a:solidFill>
              <a:srgbClr val="1A3F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1417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DOCOLCO LLC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83680" y="14173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🇺🇸  EE.UU.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0" y="20574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333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Tienda e-commerce en inglés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83680" y="247802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333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Paleta rojo + azul Docolco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83680" y="289864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333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productos del catálogo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83680" y="331927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333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Carrito de compras funcional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83680" y="373989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333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Pasarela de pago Stripe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83680" y="41605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333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Filtros por categoría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83680" y="458114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333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Páginas legales (Privacy, Terms)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0" y="500176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333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Bank of America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83680" y="542239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333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Publicación en Netlify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06440" y="3474720"/>
            <a:ext cx="548640" cy="36576"/>
          </a:xfrm>
          <a:prstGeom prst="rect">
            <a:avLst/>
          </a:prstGeom>
          <a:solidFill>
            <a:srgbClr val="4A5528"/>
          </a:solidFill>
          <a:ln w="12700">
            <a:solidFill>
              <a:srgbClr val="4A552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15000" y="3063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B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3200" dirty="0"/>
          </a:p>
        </p:txBody>
      </p:sp>
      <p:sp>
        <p:nvSpPr>
          <p:cNvPr id="35" name="Shape 33"/>
          <p:cNvSpPr/>
          <p:nvPr/>
        </p:nvSpPr>
        <p:spPr>
          <a:xfrm>
            <a:off x="4983480" y="6263640"/>
            <a:ext cx="2194560" cy="457200"/>
          </a:xfrm>
          <a:prstGeom prst="rect">
            <a:avLst/>
          </a:prstGeom>
          <a:solidFill>
            <a:srgbClr val="6B7A3E"/>
          </a:solidFill>
          <a:ln w="12700">
            <a:solidFill>
              <a:srgbClr val="6B7A3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628192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$2.000.000 COP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6B7A3E"/>
          </a:solidFill>
          <a:ln w="12700">
            <a:solidFill>
              <a:srgbClr val="6B7A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¿POR QUÉ SR.DEV?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8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Calidad de agencia.</a:t>
            </a:r>
            <a:endParaRPr lang="en-US" sz="48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8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intermediarios.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731520" y="2606040"/>
            <a:ext cx="2286000" cy="45720"/>
          </a:xfrm>
          <a:prstGeom prst="rect">
            <a:avLst/>
          </a:prstGeom>
          <a:solidFill>
            <a:srgbClr val="6B7A3E"/>
          </a:solidFill>
          <a:ln w="12700">
            <a:solidFill>
              <a:srgbClr val="6B7A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26080"/>
            <a:ext cx="1645920" cy="457200"/>
          </a:xfrm>
          <a:prstGeom prst="rect">
            <a:avLst/>
          </a:prstGeom>
          <a:solidFill>
            <a:srgbClr val="6B7A3E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95728" y="2926080"/>
            <a:ext cx="2560320" cy="457200"/>
          </a:xfrm>
          <a:prstGeom prst="rect">
            <a:avLst/>
          </a:prstGeom>
          <a:solidFill>
            <a:srgbClr val="4A5528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74336" y="2926080"/>
            <a:ext cx="3108960" cy="457200"/>
          </a:xfrm>
          <a:prstGeom prst="rect">
            <a:avLst/>
          </a:prstGeom>
          <a:solidFill>
            <a:srgbClr val="4A5528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01584" y="2926080"/>
            <a:ext cx="3749040" cy="457200"/>
          </a:xfrm>
          <a:prstGeom prst="rect">
            <a:avLst/>
          </a:prstGeom>
          <a:solidFill>
            <a:srgbClr val="8A9A50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99923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41448" y="299923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Wix / Squarespace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0056" y="299923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Agencia Bogotá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147304" y="299923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SR.DEV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419856"/>
            <a:ext cx="1645920" cy="457200"/>
          </a:xfrm>
          <a:prstGeom prst="rect">
            <a:avLst/>
          </a:prstGeom>
          <a:solidFill>
            <a:srgbClr val="1E1E1A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95728" y="3419856"/>
            <a:ext cx="2560320" cy="457200"/>
          </a:xfrm>
          <a:prstGeom prst="rect">
            <a:avLst/>
          </a:prstGeom>
          <a:solidFill>
            <a:srgbClr val="1E1E1A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74336" y="3419856"/>
            <a:ext cx="3108960" cy="457200"/>
          </a:xfrm>
          <a:prstGeom prst="rect">
            <a:avLst/>
          </a:prstGeom>
          <a:solidFill>
            <a:srgbClr val="1E1E1A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01584" y="3419856"/>
            <a:ext cx="3749040" cy="457200"/>
          </a:xfrm>
          <a:prstGeom prst="rect">
            <a:avLst/>
          </a:prstGeom>
          <a:solidFill>
            <a:srgbClr val="1E2E10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4930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41448" y="349300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$170K+/mes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0056" y="349300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$8M–$20M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147304" y="34930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$2M total ✓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3913632"/>
            <a:ext cx="1645920" cy="457200"/>
          </a:xfrm>
          <a:prstGeom prst="rect">
            <a:avLst/>
          </a:prstGeom>
          <a:solidFill>
            <a:srgbClr val="2A2A26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95728" y="3913632"/>
            <a:ext cx="2560320" cy="457200"/>
          </a:xfrm>
          <a:prstGeom prst="rect">
            <a:avLst/>
          </a:prstGeom>
          <a:solidFill>
            <a:srgbClr val="2A2A26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74336" y="3913632"/>
            <a:ext cx="3108960" cy="457200"/>
          </a:xfrm>
          <a:prstGeom prst="rect">
            <a:avLst/>
          </a:prstGeom>
          <a:solidFill>
            <a:srgbClr val="2A2A26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01584" y="3913632"/>
            <a:ext cx="3749040" cy="457200"/>
          </a:xfrm>
          <a:prstGeom prst="rect">
            <a:avLst/>
          </a:prstGeom>
          <a:solidFill>
            <a:srgbClr val="2A3A18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398678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propio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441448" y="398678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No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0056" y="398678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Sí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147304" y="398678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Sí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31520" y="4407408"/>
            <a:ext cx="1645920" cy="457200"/>
          </a:xfrm>
          <a:prstGeom prst="rect">
            <a:avLst/>
          </a:prstGeom>
          <a:solidFill>
            <a:srgbClr val="1E1E1A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95728" y="4407408"/>
            <a:ext cx="2560320" cy="457200"/>
          </a:xfrm>
          <a:prstGeom prst="rect">
            <a:avLst/>
          </a:prstGeom>
          <a:solidFill>
            <a:srgbClr val="1E1E1A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74336" y="4407408"/>
            <a:ext cx="3108960" cy="457200"/>
          </a:xfrm>
          <a:prstGeom prst="rect">
            <a:avLst/>
          </a:prstGeom>
          <a:solidFill>
            <a:srgbClr val="1E1E1A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01584" y="4407408"/>
            <a:ext cx="3749040" cy="457200"/>
          </a:xfrm>
          <a:prstGeom prst="rect">
            <a:avLst/>
          </a:prstGeom>
          <a:solidFill>
            <a:srgbClr val="1E2E10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448056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Animaciones 3D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441448" y="448056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No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20056" y="448056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costo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147304" y="448056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Incluido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31520" y="4901184"/>
            <a:ext cx="1645920" cy="457200"/>
          </a:xfrm>
          <a:prstGeom prst="rect">
            <a:avLst/>
          </a:prstGeom>
          <a:solidFill>
            <a:srgbClr val="2A2A26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95728" y="4901184"/>
            <a:ext cx="2560320" cy="457200"/>
          </a:xfrm>
          <a:prstGeom prst="rect">
            <a:avLst/>
          </a:prstGeom>
          <a:solidFill>
            <a:srgbClr val="2A2A26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974336" y="4901184"/>
            <a:ext cx="3108960" cy="457200"/>
          </a:xfrm>
          <a:prstGeom prst="rect">
            <a:avLst/>
          </a:prstGeom>
          <a:solidFill>
            <a:srgbClr val="2A2A26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01584" y="4901184"/>
            <a:ext cx="3749040" cy="457200"/>
          </a:xfrm>
          <a:prstGeom prst="rect">
            <a:avLst/>
          </a:prstGeom>
          <a:solidFill>
            <a:srgbClr val="2A3A18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497433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&amp; IoT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441448" y="497433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No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020056" y="497433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No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147304" y="497433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Incluido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31520" y="5394960"/>
            <a:ext cx="1645920" cy="457200"/>
          </a:xfrm>
          <a:prstGeom prst="rect">
            <a:avLst/>
          </a:prstGeom>
          <a:solidFill>
            <a:srgbClr val="1E1E1A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395728" y="5394960"/>
            <a:ext cx="2560320" cy="457200"/>
          </a:xfrm>
          <a:prstGeom prst="rect">
            <a:avLst/>
          </a:prstGeom>
          <a:solidFill>
            <a:srgbClr val="1E1E1A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74336" y="5394960"/>
            <a:ext cx="3108960" cy="457200"/>
          </a:xfrm>
          <a:prstGeom prst="rect">
            <a:avLst/>
          </a:prstGeom>
          <a:solidFill>
            <a:srgbClr val="1E1E1A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101584" y="5394960"/>
            <a:ext cx="3749040" cy="457200"/>
          </a:xfrm>
          <a:prstGeom prst="rect">
            <a:avLst/>
          </a:prstGeom>
          <a:solidFill>
            <a:srgbClr val="1E2E10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77240" y="546811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Comunicación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441448" y="546811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de soporte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020056" y="546811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manager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147304" y="546811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 conmigo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31520" y="5888736"/>
            <a:ext cx="1645920" cy="457200"/>
          </a:xfrm>
          <a:prstGeom prst="rect">
            <a:avLst/>
          </a:prstGeom>
          <a:solidFill>
            <a:srgbClr val="2A2A26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395728" y="5888736"/>
            <a:ext cx="2560320" cy="457200"/>
          </a:xfrm>
          <a:prstGeom prst="rect">
            <a:avLst/>
          </a:prstGeom>
          <a:solidFill>
            <a:srgbClr val="2A2A26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974336" y="5888736"/>
            <a:ext cx="3108960" cy="457200"/>
          </a:xfrm>
          <a:prstGeom prst="rect">
            <a:avLst/>
          </a:prstGeom>
          <a:solidFill>
            <a:srgbClr val="2A2A26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101584" y="5888736"/>
            <a:ext cx="3749040" cy="457200"/>
          </a:xfrm>
          <a:prstGeom prst="rect">
            <a:avLst/>
          </a:prstGeom>
          <a:solidFill>
            <a:srgbClr val="2A3A18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7240" y="596188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entrega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2441448" y="596188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020056" y="596188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4–8 semanas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8147304" y="596188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semanas ✓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6B7A3E"/>
          </a:solidFill>
          <a:ln w="12700">
            <a:solidFill>
              <a:srgbClr val="6B7A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389120"/>
            <a:ext cx="11704320" cy="2468880"/>
          </a:xfrm>
          <a:prstGeom prst="rect">
            <a:avLst/>
          </a:prstGeom>
          <a:solidFill>
            <a:srgbClr val="1E1E1A"/>
          </a:solidFill>
          <a:ln w="12700">
            <a:solidFill>
              <a:srgbClr val="1E1E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822960"/>
            <a:ext cx="6400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88000"/>
              </a:lnSpc>
              <a:buNone/>
            </a:pPr>
            <a:r>
              <a:rPr lang="en-US" sz="68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¿Listos para</a:t>
            </a:r>
            <a:endParaRPr lang="en-US" sz="68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68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empezar?</a:t>
            </a:r>
            <a:endParaRPr lang="en-US" sz="6800" dirty="0"/>
          </a:p>
        </p:txBody>
      </p:sp>
      <p:sp>
        <p:nvSpPr>
          <p:cNvPr id="6" name="Shape 4"/>
          <p:cNvSpPr/>
          <p:nvPr/>
        </p:nvSpPr>
        <p:spPr>
          <a:xfrm>
            <a:off x="731520" y="3520440"/>
            <a:ext cx="1828800" cy="54864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703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Estamos aquí para cualquier pregunta.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617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5120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5440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+57 304 353 8450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66160" y="4617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66160" y="5120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66160" y="5440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samueldavidvida@gmail.com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0" y="4617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🐙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00800" y="5120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0" y="5440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Samuel-Rojas-Monroy-Official-Repository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235440" y="4617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235440" y="5120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Ubicación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235440" y="5440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Bogotá D.C. · Colombia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649224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4A5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SR.DEV  ·  Samuel Rojas  ·  Mayo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Bienvenida al Cliente — SR.DEV</dc:title>
  <dc:subject>Onboarding Plasfilm S.A.S. / Docolco LLC</dc:subject>
  <dc:creator>Samuel Rojas — SR.DEV</dc:creator>
  <cp:lastModifiedBy>Samuel Rojas — SR.DEV</cp:lastModifiedBy>
  <cp:revision>1</cp:revision>
  <dcterms:created xsi:type="dcterms:W3CDTF">2026-05-23T21:20:15Z</dcterms:created>
  <dcterms:modified xsi:type="dcterms:W3CDTF">2026-05-23T21:20:15Z</dcterms:modified>
</cp:coreProperties>
</file>