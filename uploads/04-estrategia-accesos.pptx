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365760" cy="6858000"/>
          </a:xfrm>
          <a:prstGeom prst="rect">
            <a:avLst/>
          </a:prstGeom>
          <a:solidFill>
            <a:srgbClr val="4A5528">
              <a:alpha val="30000"/>
            </a:srgbClr>
          </a:solidFill>
          <a:ln w="12700">
            <a:solidFill>
              <a:srgbClr val="4A552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0"/>
            <a:ext cx="365760" cy="6858000"/>
          </a:xfrm>
          <a:prstGeom prst="rect">
            <a:avLst/>
          </a:prstGeom>
          <a:solidFill>
            <a:srgbClr val="4A5528">
              <a:alpha val="27000"/>
            </a:srgbClr>
          </a:solidFill>
          <a:ln w="12700">
            <a:solidFill>
              <a:srgbClr val="4A5528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0"/>
            <a:ext cx="365760" cy="6858000"/>
          </a:xfrm>
          <a:prstGeom prst="rect">
            <a:avLst/>
          </a:prstGeom>
          <a:solidFill>
            <a:srgbClr val="4A5528">
              <a:alpha val="24000"/>
            </a:srgbClr>
          </a:solidFill>
          <a:ln w="12700">
            <a:solidFill>
              <a:srgbClr val="4A5528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0"/>
            <a:ext cx="365760" cy="6858000"/>
          </a:xfrm>
          <a:prstGeom prst="rect">
            <a:avLst/>
          </a:prstGeom>
          <a:solidFill>
            <a:srgbClr val="4A5528">
              <a:alpha val="21000"/>
            </a:srgbClr>
          </a:solidFill>
          <a:ln w="12700">
            <a:solidFill>
              <a:srgbClr val="4A5528">
                <a:alpha val="2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0"/>
            <a:ext cx="365760" cy="6858000"/>
          </a:xfrm>
          <a:prstGeom prst="rect">
            <a:avLst/>
          </a:prstGeom>
          <a:solidFill>
            <a:srgbClr val="4A5528">
              <a:alpha val="18000"/>
            </a:srgbClr>
          </a:solidFill>
          <a:ln w="12700">
            <a:solidFill>
              <a:srgbClr val="4A552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0" y="0"/>
            <a:ext cx="365760" cy="6858000"/>
          </a:xfrm>
          <a:prstGeom prst="rect">
            <a:avLst/>
          </a:prstGeom>
          <a:solidFill>
            <a:srgbClr val="4A5528">
              <a:alpha val="15000"/>
            </a:srgbClr>
          </a:solidFill>
          <a:ln w="12700">
            <a:solidFill>
              <a:srgbClr val="4A5528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0" y="0"/>
            <a:ext cx="365760" cy="6858000"/>
          </a:xfrm>
          <a:prstGeom prst="rect">
            <a:avLst/>
          </a:prstGeom>
          <a:solidFill>
            <a:srgbClr val="4A5528">
              <a:alpha val="12000"/>
            </a:srgbClr>
          </a:solidFill>
          <a:ln w="12700">
            <a:solidFill>
              <a:srgbClr val="4A5528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41480" y="0"/>
            <a:ext cx="365760" cy="6858000"/>
          </a:xfrm>
          <a:prstGeom prst="rect">
            <a:avLst/>
          </a:prstGeom>
          <a:solidFill>
            <a:srgbClr val="4A5528">
              <a:alpha val="9000"/>
            </a:srgbClr>
          </a:solidFill>
          <a:ln w="12700">
            <a:solidFill>
              <a:srgbClr val="4A5528">
                <a:alpha val="9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0"/>
            <a:ext cx="658368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73152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5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POST-LANZAMIENTO</a:t>
            </a:r>
            <a:endParaRPr lang="en-US" sz="5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ACCESOS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2286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54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crecer una vez publicados los sitios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 S.A.S. + Docolco LLC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C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 PLASFILM S.A.S. — ESTRATEGIA COLOMBIA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0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Primeros 90 días post-lanzamiento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17320"/>
            <a:ext cx="457200" cy="1572768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Google Search Console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563624"/>
            <a:ext cx="1097280" cy="274320"/>
          </a:xfrm>
          <a:prstGeom prst="rect">
            <a:avLst/>
          </a:prstGeom>
          <a:solidFill>
            <a:srgbClr val="E8F5D8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98448" y="19476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el sitio para aparecer en búsquedas de "plastificantes Bogotá", "DOP Colombia", "aditivos PVC". Gratis. Resultado en 4-8 semanas.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417320"/>
            <a:ext cx="457200" cy="1572768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Google My Business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89920" y="1563624"/>
            <a:ext cx="1097280" cy="274320"/>
          </a:xfrm>
          <a:prstGeom prst="rect">
            <a:avLst/>
          </a:prstGeom>
          <a:solidFill>
            <a:srgbClr val="E8F5D8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59168" y="19476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gratuito con dirección Bogotá, horario y fotos. Aparece en Google Maps cuando busquen la empresa. Configurable en 1 hora.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136392"/>
            <a:ext cx="457200" cy="1572768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LinkedIn corporativo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3282696"/>
            <a:ext cx="1097280" cy="274320"/>
          </a:xfrm>
          <a:prstGeom prst="rect">
            <a:avLst/>
          </a:prstGeom>
          <a:solidFill>
            <a:srgbClr val="F0EDD0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82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8448" y="36667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el lanzamiento del sitio en LinkedIn. Compartir con clientes actuales y proveedores del sector químico plástico.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136392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3136392"/>
            <a:ext cx="457200" cy="1572768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corporativo @plasfilm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789920" y="3282696"/>
            <a:ext cx="1097280" cy="274320"/>
          </a:xfrm>
          <a:prstGeom prst="rect">
            <a:avLst/>
          </a:prstGeom>
          <a:solidFill>
            <a:srgbClr val="F0EDD0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0" y="3282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59168" y="36667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~$6 USD/mes. info@plasfilm.com.co genera mucho más confianza que Gmail para el sector B2B industrial.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855464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855464"/>
            <a:ext cx="457200" cy="1572768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WhatsApp Business vinculado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0" y="5001768"/>
            <a:ext cx="1097280" cy="274320"/>
          </a:xfrm>
          <a:prstGeom prst="rect">
            <a:avLst/>
          </a:prstGeom>
          <a:solidFill>
            <a:srgbClr val="E8F5D8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5001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98448" y="53858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el número al botón flotante del sitio. Catálogo de productos en WhatsApp Business. Respuesta automática de bienvenida.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855464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92240" y="4855464"/>
            <a:ext cx="457200" cy="1572768"/>
          </a:xfrm>
          <a:prstGeom prst="rect">
            <a:avLst/>
          </a:prstGeom>
          <a:solidFill>
            <a:srgbClr val="2A5A18"/>
          </a:solidFill>
          <a:ln w="12700">
            <a:solidFill>
              <a:srgbClr val="2A5A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Google Analytics 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789920" y="5001768"/>
            <a:ext cx="1097280" cy="274320"/>
          </a:xfrm>
          <a:prstGeom prst="rect">
            <a:avLst/>
          </a:prstGeom>
          <a:solidFill>
            <a:srgbClr val="2A5A18"/>
          </a:solidFill>
          <a:ln w="12700">
            <a:solidFill>
              <a:srgbClr val="2A5A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0" y="5001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59168" y="53858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quién visita el sitio, de dónde viene y qué busca. Fundamental para tomar decisiones de contenido y SEO a futuro.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22E80"/>
          </a:solidFill>
          <a:ln w="12700">
            <a:solidFill>
              <a:srgbClr val="122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A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 DOCOLCO LLC — ESTRATEGIA EE.UU.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0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Primeros 60 días post-lanzamiento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17320"/>
            <a:ext cx="457200" cy="1572768"/>
          </a:xfrm>
          <a:prstGeom prst="rect">
            <a:avLst/>
          </a:prstGeom>
          <a:solidFill>
            <a:srgbClr val="C8202A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Verificar primer pago Stripe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563624"/>
            <a:ext cx="1097280" cy="274320"/>
          </a:xfrm>
          <a:prstGeom prst="rect">
            <a:avLst/>
          </a:prstGeom>
          <a:solidFill>
            <a:srgbClr val="E8EEFF"/>
          </a:solidFill>
          <a:ln w="12700">
            <a:solidFill>
              <a:srgbClr val="C82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98448" y="19476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una compra de prueba real con tarjeta 4242 4242 4242 4242. Verificar que llega a Bank of America en 2 días hábiles.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417320"/>
            <a:ext cx="457200" cy="1572768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Instagram + Facebook Business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789920" y="1563624"/>
            <a:ext cx="1097280" cy="274320"/>
          </a:xfrm>
          <a:prstGeom prst="rect">
            <a:avLst/>
          </a:prstGeom>
          <a:solidFill>
            <a:srgbClr val="E8EEFF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0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59168" y="19476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fotos de los 9 productos con link directo a la tienda. Comunidad latina en EE.UU. muy activa en redes. 3 posts/semana.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136392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136392"/>
            <a:ext cx="457200" cy="1572768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Google Business Profile USA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3282696"/>
            <a:ext cx="1097280" cy="274320"/>
          </a:xfrm>
          <a:prstGeom prst="rect">
            <a:avLst/>
          </a:prstGeom>
          <a:solidFill>
            <a:srgbClr val="E8EEFF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82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8448" y="36667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Docolco LLC en Google Maps USA. Aparece cuando busquen "cleaning products near me" o similares en la zona.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136392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3136392"/>
            <a:ext cx="457200" cy="1572768"/>
          </a:xfrm>
          <a:prstGeom prst="rect">
            <a:avLst/>
          </a:prstGeom>
          <a:solidFill>
            <a:srgbClr val="4A3FA0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Amazon / Etsy como canal paralelo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789920" y="3282696"/>
            <a:ext cx="1097280" cy="274320"/>
          </a:xfrm>
          <a:prstGeom prst="rect">
            <a:avLst/>
          </a:prstGeom>
          <a:solidFill>
            <a:srgbClr val="E8EEFF"/>
          </a:solidFill>
          <a:ln w="12700">
            <a:solidFill>
              <a:srgbClr val="4A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0" y="3282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59168" y="36667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productos de limpieza y packaging se venden muy bien en Amazon. Canal adicional mientras crece el tráfico al sitio propio.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855464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855464"/>
            <a:ext cx="457200" cy="1572768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marketing desde el primer día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0" y="5001768"/>
            <a:ext cx="1097280" cy="274320"/>
          </a:xfrm>
          <a:prstGeom prst="rect">
            <a:avLst/>
          </a:prstGeom>
          <a:solidFill>
            <a:srgbClr val="E8EEFF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5001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98448" y="53858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Recopilar emails de cada comprador. Mailchimp gratis hasta 500 contactos. Newsletter mensual con ofertas y nuevos productos.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855464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92240" y="4855464"/>
            <a:ext cx="457200" cy="15727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Stripe Dashboard diario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789920" y="5001768"/>
            <a:ext cx="1097280" cy="274320"/>
          </a:xfrm>
          <a:prstGeom prst="rect">
            <a:avLst/>
          </a:prstGeom>
          <a:solidFill>
            <a:srgbClr val="E8EEFF"/>
          </a:solidFill>
          <a:ln w="12700">
            <a:solidFill>
              <a:srgbClr val="1A3F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0" y="5001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59168" y="53858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el dashboard de Stripe diariamente los primeros 30 días. Conocer el flujo de pagos, disputas y reembolsos del negocio.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ACCESOS EXCLUSIVOS DEL CLIENTE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y plataformas del proyecto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0" cy="384048"/>
          </a:xfrm>
          <a:prstGeom prst="rect">
            <a:avLst/>
          </a:prstGeom>
          <a:solidFill>
            <a:srgbClr val="6B7A3E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170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143000"/>
            <a:ext cx="2011680" cy="384048"/>
          </a:xfrm>
          <a:prstGeom prst="rect">
            <a:avLst/>
          </a:prstGeom>
          <a:solidFill>
            <a:srgbClr val="6B7A3E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170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/ Sitio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143000"/>
            <a:ext cx="1828800" cy="384048"/>
          </a:xfrm>
          <a:prstGeom prst="rect">
            <a:avLst/>
          </a:prstGeom>
          <a:solidFill>
            <a:srgbClr val="6B7A3E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11704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1645920" cy="384048"/>
          </a:xfrm>
          <a:prstGeom prst="rect">
            <a:avLst/>
          </a:prstGeom>
          <a:solidFill>
            <a:srgbClr val="6B7A3E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170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1143000"/>
            <a:ext cx="1463040" cy="384048"/>
          </a:xfrm>
          <a:prstGeom prst="rect">
            <a:avLst/>
          </a:prstGeom>
          <a:solidFill>
            <a:srgbClr val="6B7A3E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11704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0" y="1143000"/>
            <a:ext cx="1554480" cy="384048"/>
          </a:xfrm>
          <a:prstGeom prst="rect">
            <a:avLst/>
          </a:prstGeom>
          <a:solidFill>
            <a:srgbClr val="6B7A3E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1744" y="11704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1572768"/>
            <a:ext cx="164592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16824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(hosting)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1572768"/>
            <a:ext cx="201168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32304" y="1682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netlify.com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1572768"/>
            <a:ext cx="182880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3984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sitios web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572768"/>
            <a:ext cx="164592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6824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1572768"/>
            <a:ext cx="146304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18704" y="1682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26880" y="1572768"/>
            <a:ext cx="155448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81744" y="1682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Gratuito ilimitado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2322576"/>
            <a:ext cx="164592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2432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Plasfilm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2322576"/>
            <a:ext cx="201168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32304" y="2432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mi.com.co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0" y="2322576"/>
            <a:ext cx="182880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24323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plasfilm.com.co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322576"/>
            <a:ext cx="164592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2432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2322576"/>
            <a:ext cx="146304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18704" y="2432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26880" y="2322576"/>
            <a:ext cx="155448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81744" y="24323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~$30.000 COP/año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" y="3072384"/>
            <a:ext cx="164592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Docolco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77440" y="3072384"/>
            <a:ext cx="201168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32304" y="3182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namecheap.com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89120" y="3072384"/>
            <a:ext cx="182880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3984" y="31821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docolco.com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3072384"/>
            <a:ext cx="164592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72784" y="3182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63840" y="3072384"/>
            <a:ext cx="146304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18704" y="3182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326880" y="3072384"/>
            <a:ext cx="155448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81744" y="31821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 USD/año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1520" y="3822192"/>
            <a:ext cx="164592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(pagos)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77440" y="3822192"/>
            <a:ext cx="201168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32304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dashboard.stripe.com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89120" y="3822192"/>
            <a:ext cx="182880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43984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 LLC pagos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3822192"/>
            <a:ext cx="164592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del cliente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863840" y="3822192"/>
            <a:ext cx="146304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18704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326880" y="3822192"/>
            <a:ext cx="155448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81744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· 2.9%+$0.30/venta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1520" y="4572000"/>
            <a:ext cx="164592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" y="4681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Console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377440" y="4572000"/>
            <a:ext cx="201168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32304" y="4681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search.google.com/search-console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389120" y="4572000"/>
            <a:ext cx="182880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43984" y="4681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Plasfilm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17920" y="4572000"/>
            <a:ext cx="164592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4681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863840" y="4572000"/>
            <a:ext cx="146304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18704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326880" y="4572000"/>
            <a:ext cx="1554480" cy="685800"/>
          </a:xfrm>
          <a:prstGeom prst="rect">
            <a:avLst/>
          </a:prstGeom>
          <a:solidFill>
            <a:srgbClr val="1E1E1A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381744" y="4681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1520" y="5321808"/>
            <a:ext cx="164592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6384" y="5431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377440" y="5321808"/>
            <a:ext cx="201168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32304" y="54315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analytics.google.com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389120" y="5321808"/>
            <a:ext cx="182880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43984" y="54315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 ambos sitios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17920" y="5321808"/>
            <a:ext cx="164592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72784" y="5431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863840" y="5321808"/>
            <a:ext cx="146304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18704" y="5431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9326880" y="5321808"/>
            <a:ext cx="1554480" cy="685800"/>
          </a:xfrm>
          <a:prstGeom prst="rect">
            <a:avLst/>
          </a:prstGeom>
          <a:solidFill>
            <a:srgbClr val="2A2A26"/>
          </a:solidFill>
          <a:ln w="12700">
            <a:solidFill>
              <a:srgbClr val="3A3A3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81744" y="54315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3152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Guarda este documento en un lugar seguro. No compartir contraseñas por canales no seguros.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ÉXITO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6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sabemos</a:t>
            </a:r>
            <a:endParaRPr lang="en-US" sz="5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6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funcionó?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31520" y="2944368"/>
            <a:ext cx="2286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00400"/>
            <a:ext cx="2103120" cy="3291840"/>
          </a:xfrm>
          <a:prstGeom prst="rect">
            <a:avLst/>
          </a:prstGeom>
          <a:solidFill>
            <a:srgbClr val="1E1E1A"/>
          </a:solidFill>
          <a:ln w="25400">
            <a:solidFill>
              <a:srgbClr val="6B7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00400"/>
            <a:ext cx="2103120" cy="5486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Visitas/mes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 días)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5376672"/>
            <a:ext cx="118872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486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99232" y="3200400"/>
            <a:ext cx="2103120" cy="3291840"/>
          </a:xfrm>
          <a:prstGeom prst="rect">
            <a:avLst/>
          </a:prstGeom>
          <a:solidFill>
            <a:srgbClr val="1E1E1A"/>
          </a:solidFill>
          <a:ln w="25400">
            <a:solidFill>
              <a:srgbClr val="6B7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3200400"/>
            <a:ext cx="2103120" cy="5486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2999232" y="4480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Consultas/mes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56432" y="5376672"/>
            <a:ext cx="118872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5486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contacto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66944" y="3200400"/>
            <a:ext cx="2103120" cy="3291840"/>
          </a:xfrm>
          <a:prstGeom prst="rect">
            <a:avLst/>
          </a:prstGeom>
          <a:solidFill>
            <a:srgbClr val="1E1E1A"/>
          </a:solidFill>
          <a:ln w="25400">
            <a:solidFill>
              <a:srgbClr val="1A3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3200400"/>
            <a:ext cx="2103120" cy="54864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266944" y="4480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Pedidos/mes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24144" y="5376672"/>
            <a:ext cx="118872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5486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34656" y="3200400"/>
            <a:ext cx="2103120" cy="3291840"/>
          </a:xfrm>
          <a:prstGeom prst="rect">
            <a:avLst/>
          </a:prstGeom>
          <a:solidFill>
            <a:srgbClr val="1E1E1A"/>
          </a:solidFill>
          <a:ln w="25400">
            <a:solidFill>
              <a:srgbClr val="C8A8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34656" y="3200400"/>
            <a:ext cx="210312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7534656" y="4480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91856" y="5376672"/>
            <a:ext cx="118872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5486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Console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02368" y="3200400"/>
            <a:ext cx="2103120" cy="3291840"/>
          </a:xfrm>
          <a:prstGeom prst="rect">
            <a:avLst/>
          </a:prstGeom>
          <a:solidFill>
            <a:srgbClr val="1E1E1A"/>
          </a:solidFill>
          <a:ln w="25400">
            <a:solidFill>
              <a:srgbClr val="8A9A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02368" y="3200400"/>
            <a:ext cx="2103120" cy="5486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02368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9802368" y="4480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259568" y="5376672"/>
            <a:ext cx="1188720" cy="27432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02368" y="5486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menos de 60%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65836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SR.DEV  ·  Samuel Rojas  ·  +57 304 353 8450  ·  samueldavidvida@gmail.com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y Accesos — SR.DEV</dc:title>
  <dc:subject>PptxGenJS Presentation</dc:subject>
  <dc:creator>PptxGenJS</dc:creator>
  <cp:lastModifiedBy>PptxGenJS</cp:lastModifiedBy>
  <cp:revision>1</cp:revision>
  <dcterms:created xsi:type="dcterms:W3CDTF">2026-05-23T21:20:16Z</dcterms:created>
  <dcterms:modified xsi:type="dcterms:W3CDTF">2026-05-23T21:20:16Z</dcterms:modified>
</cp:coreProperties>
</file>