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0"/>
            <a:ext cx="11704320" cy="1828800"/>
          </a:xfrm>
          <a:prstGeom prst="rect">
            <a:avLst/>
          </a:prstGeom>
          <a:solidFill>
            <a:srgbClr val="1E1E1A"/>
          </a:solidFill>
          <a:ln w="12700">
            <a:solidFill>
              <a:srgbClr val="1E1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7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</a:t>
            </a:r>
            <a:endParaRPr lang="en-US" sz="7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2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743200" cy="54864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avance semanal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0" y="1371600"/>
            <a:ext cx="1920240" cy="2194560"/>
          </a:xfrm>
          <a:prstGeom prst="rect">
            <a:avLst/>
          </a:prstGeom>
          <a:solidFill>
            <a:srgbClr val="1E1E1A"/>
          </a:solidFill>
          <a:ln w="25400">
            <a:solidFill>
              <a:srgbClr val="6B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5544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77240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Plasfilm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875520" y="1371600"/>
            <a:ext cx="1920240" cy="2194560"/>
          </a:xfrm>
          <a:prstGeom prst="rect">
            <a:avLst/>
          </a:prstGeom>
          <a:solidFill>
            <a:srgbClr val="1E1E1A"/>
          </a:solidFill>
          <a:ln w="25400">
            <a:solidFill>
              <a:srgbClr val="1A3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0" y="15544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87552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Docolco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SR.DEV  ·  Samuel Rojas  ·  Mayo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1E1A"/>
          </a:solidFill>
          <a:ln w="12700">
            <a:solidFill>
              <a:srgbClr val="1E1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PLASFILM S.A.S. — COLOMBIA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303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Progreso actual: 65%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0" y="228600"/>
            <a:ext cx="3474720" cy="54864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28600"/>
            <a:ext cx="2258568" cy="54864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5004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de desarrollo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1709928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709928"/>
            <a:ext cx="3749040" cy="237744"/>
          </a:xfrm>
          <a:prstGeom prst="rect">
            <a:avLst/>
          </a:prstGeom>
          <a:solidFill>
            <a:srgbClr val="8A9A50"/>
          </a:solidFill>
          <a:ln w="12700">
            <a:solidFill>
              <a:srgbClr val="8A9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600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HTML/CSS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2221992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2221992"/>
            <a:ext cx="2999232" cy="237744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1226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actualizados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1122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20240" y="2734056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34056"/>
            <a:ext cx="3749040" cy="237744"/>
          </a:xfrm>
          <a:prstGeom prst="rect">
            <a:avLst/>
          </a:prstGeom>
          <a:solidFill>
            <a:srgbClr val="8A9A50"/>
          </a:solidFill>
          <a:ln w="12700">
            <a:solidFill>
              <a:srgbClr val="8A9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6243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Secciones completas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2624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3246120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3246120"/>
            <a:ext cx="3749040" cy="237744"/>
          </a:xfrm>
          <a:prstGeom prst="rect">
            <a:avLst/>
          </a:prstGeom>
          <a:solidFill>
            <a:srgbClr val="8A9A50"/>
          </a:solidFill>
          <a:ln w="12700">
            <a:solidFill>
              <a:srgbClr val="8A9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363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contacto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3758184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0240" y="3758184"/>
            <a:ext cx="3749040" cy="237744"/>
          </a:xfrm>
          <a:prstGeom prst="rect">
            <a:avLst/>
          </a:prstGeom>
          <a:solidFill>
            <a:srgbClr val="8A9A50"/>
          </a:solidFill>
          <a:ln w="12700">
            <a:solidFill>
              <a:srgbClr val="8A9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6484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+ filtros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42432" y="36484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20240" y="4270248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vectorizado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42432" y="4160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920240" y="4782312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4782312"/>
            <a:ext cx="749808" cy="237744"/>
          </a:xfrm>
          <a:prstGeom prst="rect">
            <a:avLst/>
          </a:prstGeom>
          <a:solidFill>
            <a:srgbClr val="C8840A"/>
          </a:solidFill>
          <a:ln w="12700">
            <a:solidFill>
              <a:srgbClr val="C884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6725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productos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42432" y="46725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20240" y="5294376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0240" y="5294376"/>
            <a:ext cx="1499616" cy="237744"/>
          </a:xfrm>
          <a:prstGeom prst="rect">
            <a:avLst/>
          </a:prstGeom>
          <a:solidFill>
            <a:srgbClr val="C8840A"/>
          </a:solidFill>
          <a:ln w="12700">
            <a:solidFill>
              <a:srgbClr val="C884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1846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final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42432" y="5184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20240" y="5806440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6967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online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42432" y="5696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1188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entregables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1600200"/>
            <a:ext cx="5486400" cy="384048"/>
          </a:xfrm>
          <a:prstGeom prst="rect">
            <a:avLst/>
          </a:prstGeom>
          <a:solidFill>
            <a:srgbClr val="1A3A1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16367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76288" y="163677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Estructura HTML/CSS/JS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729216" y="163677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Entregado en ZIP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0" y="2112264"/>
            <a:ext cx="5486400" cy="384048"/>
          </a:xfrm>
          <a:prstGeom prst="rect">
            <a:avLst/>
          </a:prstGeom>
          <a:solidFill>
            <a:srgbClr val="1A3A1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21488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76288" y="214884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5 secciones completas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729216" y="21488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· Acerca · Portafolio · Contacto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00800" y="2624328"/>
            <a:ext cx="5486400" cy="384048"/>
          </a:xfrm>
          <a:prstGeom prst="rect">
            <a:avLst/>
          </a:prstGeom>
          <a:solidFill>
            <a:srgbClr val="1A3A1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3952" y="26609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76288" y="266090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Textos oficiales Wix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729216" y="26609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Copiados y adaptados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00800" y="3136392"/>
            <a:ext cx="5486400" cy="384048"/>
          </a:xfrm>
          <a:prstGeom prst="rect">
            <a:avLst/>
          </a:prstGeom>
          <a:solidFill>
            <a:srgbClr val="1A3A1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73952" y="31729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876288" y="317296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Modal productos + filtros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729216" y="317296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6 productos del catálogo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00800" y="3648456"/>
            <a:ext cx="5486400" cy="384048"/>
          </a:xfrm>
          <a:prstGeom prst="rect">
            <a:avLst/>
          </a:prstGeom>
          <a:solidFill>
            <a:srgbClr val="1E1E1A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73952" y="36850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876288" y="368503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Logo SVG real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729216" y="368503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Pendiente: foto o archivo del cliente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00800" y="4160520"/>
            <a:ext cx="5486400" cy="384048"/>
          </a:xfrm>
          <a:prstGeom prst="rect">
            <a:avLst/>
          </a:prstGeom>
          <a:solidFill>
            <a:srgbClr val="3A2A0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3952" y="41970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876288" y="419709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Paleta azul Plasfilm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9729216" y="419709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en Claude Code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00800" y="4672584"/>
            <a:ext cx="5486400" cy="384048"/>
          </a:xfrm>
          <a:prstGeom prst="rect">
            <a:avLst/>
          </a:prstGeom>
          <a:solidFill>
            <a:srgbClr val="1E1E1A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73952" y="47091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876288" y="470916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Imágenes de productos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729216" y="470916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remove.bg + fotos del cliente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00800" y="5184648"/>
            <a:ext cx="5486400" cy="384048"/>
          </a:xfrm>
          <a:prstGeom prst="rect">
            <a:avLst/>
          </a:prstGeom>
          <a:solidFill>
            <a:srgbClr val="1E1E1A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73952" y="52212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876288" y="522122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Dominio plasfilm.com.co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729216" y="522122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~$30.000 COP/año · mi.com.co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400800" y="5696712"/>
            <a:ext cx="5486400" cy="384048"/>
          </a:xfrm>
          <a:prstGeom prst="rect">
            <a:avLst/>
          </a:prstGeom>
          <a:solidFill>
            <a:srgbClr val="1E1E1A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73952" y="57332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876288" y="573328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Publicación Netlify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729216" y="573328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paso tras aprobación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FA8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1E1A"/>
          </a:solidFill>
          <a:ln w="12700">
            <a:solidFill>
              <a:srgbClr val="1E1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DOCOLCO LLC — EE.UU.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303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Progreso actual: 40%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0" y="228600"/>
            <a:ext cx="3474720" cy="5486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228600"/>
            <a:ext cx="1389888" cy="54864"/>
          </a:xfrm>
          <a:prstGeom prst="rect">
            <a:avLst/>
          </a:prstGeom>
          <a:solidFill>
            <a:srgbClr val="1A3FA8"/>
          </a:solidFill>
          <a:ln w="12700">
            <a:solidFill>
              <a:srgbClr val="1A3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5004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de desarrollo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1709928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709928"/>
            <a:ext cx="3749040" cy="237744"/>
          </a:xfrm>
          <a:prstGeom prst="rect">
            <a:avLst/>
          </a:prstGeom>
          <a:solidFill>
            <a:srgbClr val="8A9A50"/>
          </a:solidFill>
          <a:ln w="12700">
            <a:solidFill>
              <a:srgbClr val="8A9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600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estructura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42432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2221992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2221992"/>
            <a:ext cx="3749040" cy="237744"/>
          </a:xfrm>
          <a:prstGeom prst="rect">
            <a:avLst/>
          </a:prstGeom>
          <a:solidFill>
            <a:srgbClr val="8A9A50"/>
          </a:solidFill>
          <a:ln w="12700">
            <a:solidFill>
              <a:srgbClr val="8A9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1226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productos cargados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42432" y="21122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20240" y="2734056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34056"/>
            <a:ext cx="3749040" cy="237744"/>
          </a:xfrm>
          <a:prstGeom prst="rect">
            <a:avLst/>
          </a:prstGeom>
          <a:solidFill>
            <a:srgbClr val="8A9A50"/>
          </a:solidFill>
          <a:ln w="12700">
            <a:solidFill>
              <a:srgbClr val="8A9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6243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Carrito de compras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42432" y="2624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3246120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3246120"/>
            <a:ext cx="2624328" cy="237744"/>
          </a:xfrm>
          <a:prstGeom prst="rect">
            <a:avLst/>
          </a:prstGeom>
          <a:solidFill>
            <a:srgbClr val="C8840A"/>
          </a:solidFill>
          <a:ln w="12700">
            <a:solidFill>
              <a:srgbClr val="C884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363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Stripe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3758184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0240" y="3758184"/>
            <a:ext cx="3749040" cy="237744"/>
          </a:xfrm>
          <a:prstGeom prst="rect">
            <a:avLst/>
          </a:prstGeom>
          <a:solidFill>
            <a:srgbClr val="8A9A50"/>
          </a:solidFill>
          <a:ln w="12700">
            <a:solidFill>
              <a:srgbClr val="8A9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6484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Docolco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42432" y="36484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20240" y="4270248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productos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42432" y="4160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920240" y="4782312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6725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Stripe real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42432" y="46725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20240" y="5294376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1846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legales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42432" y="5184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920240" y="5806440"/>
            <a:ext cx="3749040" cy="237744"/>
          </a:xfrm>
          <a:prstGeom prst="rect">
            <a:avLst/>
          </a:prstGeom>
          <a:solidFill>
            <a:srgbClr val="2A2A26"/>
          </a:solidFill>
          <a:ln w="12700">
            <a:solidFill>
              <a:srgbClr val="2A2A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6967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online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42432" y="5696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1188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entregables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1600200"/>
            <a:ext cx="5486400" cy="384048"/>
          </a:xfrm>
          <a:prstGeom prst="rect">
            <a:avLst/>
          </a:prstGeom>
          <a:solidFill>
            <a:srgbClr val="1A3A1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16367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76288" y="163677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Diseño HTML/CSS/JS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29216" y="163677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Entregado en ZIP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0" y="2112264"/>
            <a:ext cx="5486400" cy="384048"/>
          </a:xfrm>
          <a:prstGeom prst="rect">
            <a:avLst/>
          </a:prstGeom>
          <a:solidFill>
            <a:srgbClr val="1A3A1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21488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76288" y="214884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9 productos del catálogo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729216" y="21488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Basados en PDF del cliente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0800" y="2624328"/>
            <a:ext cx="5486400" cy="384048"/>
          </a:xfrm>
          <a:prstGeom prst="rect">
            <a:avLst/>
          </a:prstGeom>
          <a:solidFill>
            <a:srgbClr val="1A3A1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73952" y="26609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76288" y="266090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Carrito de compras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729216" y="26609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Add/remove/total funcional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00800" y="3136392"/>
            <a:ext cx="5486400" cy="384048"/>
          </a:xfrm>
          <a:prstGeom prst="rect">
            <a:avLst/>
          </a:prstGeom>
          <a:solidFill>
            <a:srgbClr val="1A3A1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73952" y="31729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76288" y="317296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Logo Docolco LLC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729216" y="317296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incluido en el proyecto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00800" y="3648456"/>
            <a:ext cx="5486400" cy="384048"/>
          </a:xfrm>
          <a:prstGeom prst="rect">
            <a:avLst/>
          </a:prstGeom>
          <a:solidFill>
            <a:srgbClr val="3A2A00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3952" y="36850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876288" y="368503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Integración Stripe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729216" y="368503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clave pública real del cliente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0" y="4160520"/>
            <a:ext cx="5486400" cy="384048"/>
          </a:xfrm>
          <a:prstGeom prst="rect">
            <a:avLst/>
          </a:prstGeom>
          <a:solidFill>
            <a:srgbClr val="1E1E1A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73952" y="41970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876288" y="4197096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Fotos de productos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729216" y="419709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remove.bg + fotos reales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00800" y="4672584"/>
            <a:ext cx="5486400" cy="384048"/>
          </a:xfrm>
          <a:prstGeom prst="rect">
            <a:avLst/>
          </a:prstGeom>
          <a:solidFill>
            <a:srgbClr val="1E1E1A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73952" y="47091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876288" y="470916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Cuenta Stripe / BofA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729216" y="470916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crea cuenta en stripe.com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400800" y="5184648"/>
            <a:ext cx="5486400" cy="384048"/>
          </a:xfrm>
          <a:prstGeom prst="rect">
            <a:avLst/>
          </a:prstGeom>
          <a:solidFill>
            <a:srgbClr val="1E1E1A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73952" y="52212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876288" y="522122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Páginas legales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9729216" y="522122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Policy, Terms, Shipping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400800" y="5696712"/>
            <a:ext cx="5486400" cy="384048"/>
          </a:xfrm>
          <a:prstGeom prst="rect">
            <a:avLst/>
          </a:prstGeom>
          <a:solidFill>
            <a:srgbClr val="1E1E1A"/>
          </a:solidFill>
          <a:ln w="6350">
            <a:solidFill>
              <a:srgbClr val="2A2A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73952" y="57332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876288" y="5733288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Dominio + Netlify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729216" y="573328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docolco.com ~$15 USD/año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105156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7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— ACCIONES REQUERIDAS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77840" cy="1691640"/>
          </a:xfrm>
          <a:prstGeom prst="rect">
            <a:avLst/>
          </a:prstGeom>
          <a:solidFill>
            <a:srgbClr val="F0F0EC"/>
          </a:solidFill>
          <a:ln w="1270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02920" cy="1691640"/>
          </a:xfrm>
          <a:prstGeom prst="rect">
            <a:avLst/>
          </a:prstGeom>
          <a:solidFill>
            <a:srgbClr val="C82A2A"/>
          </a:solidFill>
          <a:ln w="12700">
            <a:solidFill>
              <a:srgbClr val="C8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7552" y="1362456"/>
            <a:ext cx="4206240" cy="36576"/>
          </a:xfrm>
          <a:prstGeom prst="rect">
            <a:avLst/>
          </a:prstGeom>
          <a:solidFill>
            <a:srgbClr val="C82A2A"/>
          </a:solidFill>
          <a:ln w="12700">
            <a:solidFill>
              <a:srgbClr val="C8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453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del logo Plasfilm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85232" y="14356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8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24128" y="1874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foto nítida o archivo del logo. Con esto actualizamos el sitio Colombia inmediatamente.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26243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Cliente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234440"/>
            <a:ext cx="5577840" cy="1691640"/>
          </a:xfrm>
          <a:prstGeom prst="rect">
            <a:avLst/>
          </a:prstGeom>
          <a:solidFill>
            <a:srgbClr val="F0F0EC"/>
          </a:solidFill>
          <a:ln w="1270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234440"/>
            <a:ext cx="502920" cy="1691640"/>
          </a:xfrm>
          <a:prstGeom prst="rect">
            <a:avLst/>
          </a:prstGeom>
          <a:solidFill>
            <a:srgbClr val="C82A2A"/>
          </a:solidFill>
          <a:ln w="12700">
            <a:solidFill>
              <a:srgbClr val="C8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39712" y="1362456"/>
            <a:ext cx="4206240" cy="36576"/>
          </a:xfrm>
          <a:prstGeom prst="rect">
            <a:avLst/>
          </a:prstGeom>
          <a:solidFill>
            <a:srgbClr val="C82A2A"/>
          </a:solidFill>
          <a:ln w="12700">
            <a:solidFill>
              <a:srgbClr val="C8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1453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 productos Docolco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37392" y="14356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8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876288" y="1874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 los 9 productos para procesar con remove.bg y subirlas al sitio USA.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76288" y="26243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Cliente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5577840" cy="1691640"/>
          </a:xfrm>
          <a:prstGeom prst="rect">
            <a:avLst/>
          </a:prstGeom>
          <a:solidFill>
            <a:srgbClr val="F0F0EC"/>
          </a:solidFill>
          <a:ln w="1270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502920" cy="1691640"/>
          </a:xfrm>
          <a:prstGeom prst="rect">
            <a:avLst/>
          </a:prstGeom>
          <a:solidFill>
            <a:srgbClr val="C8840A"/>
          </a:solidFill>
          <a:ln w="12700">
            <a:solidFill>
              <a:srgbClr val="C884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7552" y="3191256"/>
            <a:ext cx="4206240" cy="36576"/>
          </a:xfrm>
          <a:prstGeom prst="rect">
            <a:avLst/>
          </a:prstGeom>
          <a:solidFill>
            <a:srgbClr val="C8840A"/>
          </a:solidFill>
          <a:ln w="12700">
            <a:solidFill>
              <a:srgbClr val="C884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3282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cuenta Stripe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32644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88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24128" y="3703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a stripe.com con el email de Docolco LLC y completar el registro del negocio.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4128" y="44531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Cliente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3063240"/>
            <a:ext cx="5577840" cy="1691640"/>
          </a:xfrm>
          <a:prstGeom prst="rect">
            <a:avLst/>
          </a:prstGeom>
          <a:solidFill>
            <a:srgbClr val="F0F0EC"/>
          </a:solidFill>
          <a:ln w="1270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063240"/>
            <a:ext cx="502920" cy="1691640"/>
          </a:xfrm>
          <a:prstGeom prst="rect">
            <a:avLst/>
          </a:prstGeom>
          <a:solidFill>
            <a:srgbClr val="C8840A"/>
          </a:solidFill>
          <a:ln w="12700">
            <a:solidFill>
              <a:srgbClr val="C884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839712" y="3191256"/>
            <a:ext cx="4206240" cy="36576"/>
          </a:xfrm>
          <a:prstGeom prst="rect">
            <a:avLst/>
          </a:prstGeom>
          <a:solidFill>
            <a:srgbClr val="C8840A"/>
          </a:solidFill>
          <a:ln w="12700">
            <a:solidFill>
              <a:srgbClr val="C884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3282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Bank of America en Stripe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137392" y="32644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88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76288" y="3703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Stripe Dashboard → Settings → Bank accounts → agregar routing y account number de BofA.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76288" y="44531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Cliente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892040"/>
            <a:ext cx="5577840" cy="1691640"/>
          </a:xfrm>
          <a:prstGeom prst="rect">
            <a:avLst/>
          </a:prstGeom>
          <a:solidFill>
            <a:srgbClr val="F0F0EC"/>
          </a:solidFill>
          <a:ln w="1270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892040"/>
            <a:ext cx="502920" cy="1691640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87552" y="5020056"/>
            <a:ext cx="4206240" cy="36576"/>
          </a:xfrm>
          <a:prstGeom prst="rect">
            <a:avLst/>
          </a:prstGeom>
          <a:solidFill>
            <a:srgbClr val="4A5528"/>
          </a:solidFill>
          <a:ln w="12700">
            <a:solidFill>
              <a:srgbClr val="4A55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" y="51114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Adquirir dominios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85232" y="5093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A5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LANZAMIENTO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24128" y="5532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plasfilm.com.co en mi.com.co (~$30K COP) + docolco.com en namecheap.com (~$15 USD).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4128" y="62819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Cliente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4892040"/>
            <a:ext cx="5577840" cy="1691640"/>
          </a:xfrm>
          <a:prstGeom prst="rect">
            <a:avLst/>
          </a:prstGeom>
          <a:solidFill>
            <a:srgbClr val="F0F0EC"/>
          </a:solidFill>
          <a:ln w="12700">
            <a:solidFill>
              <a:srgbClr val="E0E0D8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09360" y="4892040"/>
            <a:ext cx="502920" cy="1691640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839712" y="5020056"/>
            <a:ext cx="4206240" cy="36576"/>
          </a:xfrm>
          <a:prstGeom prst="rect">
            <a:avLst/>
          </a:prstGeom>
          <a:solidFill>
            <a:srgbClr val="6B7A3E"/>
          </a:solidFill>
          <a:ln w="12700">
            <a:solidFill>
              <a:srgbClr val="6B7A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6288" y="51114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final y aprobación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1137392" y="5093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FINALIZAR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76288" y="5532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conjunta de ambos sitios antes de publicar. Máximo 3 rondas incluidas.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76288" y="62819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Ambas partes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 del Proyecto — SR.DEV</dc:title>
  <dc:subject>PptxGenJS Presentation</dc:subject>
  <dc:creator>PptxGenJS</dc:creator>
  <cp:lastModifiedBy>PptxGenJS</cp:lastModifiedBy>
  <cp:revision>1</cp:revision>
  <dcterms:created xsi:type="dcterms:W3CDTF">2026-05-23T21:20:15Z</dcterms:created>
  <dcterms:modified xsi:type="dcterms:W3CDTF">2026-05-23T21:20:15Z</dcterms:modified>
</cp:coreProperties>
</file>