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754880"/>
            <a:ext cx="4572000" cy="210312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2296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ACUERDO DE</a:t>
            </a:r>
            <a:endParaRPr lang="en-US" sz="5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18288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033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web profesional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Plasfilm + Docolco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892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Samuel Rojas — SR.DEV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5349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+57 304 353 8450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6875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samueldavidvida@gmail.com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6309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 2025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7315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DEL ACUERDO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1234440"/>
            <a:ext cx="6126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9008" y="1325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44384" y="13258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Samuel David Rojas Monroy — SR.DEV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1856232"/>
            <a:ext cx="6126480" cy="530352"/>
          </a:xfrm>
          <a:prstGeom prst="rect">
            <a:avLst/>
          </a:prstGeom>
          <a:solidFill>
            <a:srgbClr val="F0F0EA"/>
          </a:solidFill>
          <a:ln w="6350">
            <a:solidFill>
              <a:srgbClr val="E0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79008" y="1947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44384" y="1947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Plasfilm S.A.S. / Docolco LLC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2478024"/>
            <a:ext cx="6126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9008" y="25694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inicio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44384" y="25694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 2025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3099816"/>
            <a:ext cx="6126480" cy="530352"/>
          </a:xfrm>
          <a:prstGeom prst="rect">
            <a:avLst/>
          </a:prstGeom>
          <a:solidFill>
            <a:srgbClr val="F0F0EA"/>
          </a:solidFill>
          <a:ln w="6350">
            <a:solidFill>
              <a:srgbClr val="E0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79008" y="31912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44384" y="31912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sitios web completos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3721608"/>
            <a:ext cx="6126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79008" y="3813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total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44384" y="38130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$2.000.000 COP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4343400"/>
            <a:ext cx="6126480" cy="530352"/>
          </a:xfrm>
          <a:prstGeom prst="rect">
            <a:avLst/>
          </a:prstGeom>
          <a:solidFill>
            <a:srgbClr val="F0F0EA"/>
          </a:solidFill>
          <a:ln w="6350">
            <a:solidFill>
              <a:srgbClr val="E0E0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79008" y="4434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pago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44384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Anticipo 50% + Saldo al entregar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0" y="4965192"/>
            <a:ext cx="6126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79008" y="5056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44384" y="50566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rondas por proyecto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0" y="5586984"/>
            <a:ext cx="6126480" cy="530352"/>
          </a:xfrm>
          <a:prstGeom prst="rect">
            <a:avLst/>
          </a:prstGeom>
          <a:solidFill>
            <a:srgbClr val="F0F0EA"/>
          </a:solidFill>
          <a:ln w="6350">
            <a:solidFill>
              <a:srgbClr val="E0E0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79008" y="56784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estimada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644384" y="56784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semanas desde materiales del cliente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1E1A"/>
          </a:solidFill>
          <a:ln w="12700">
            <a:solidFill>
              <a:srgbClr val="1E1E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DEL PROYECTO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54864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incluye · Qué no incluye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120640" cy="45720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34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SÍ INCLUYE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5120640" cy="438912"/>
          </a:xfrm>
          <a:prstGeom prst="rect">
            <a:avLst/>
          </a:prstGeom>
          <a:solidFill>
            <a:srgbClr val="1A3A10"/>
          </a:solidFill>
          <a:ln w="6350">
            <a:solidFill>
              <a:srgbClr val="4A55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737360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100% personalizado (sin plantillas)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185416"/>
            <a:ext cx="5120640" cy="438912"/>
          </a:xfrm>
          <a:prstGeom prst="rect">
            <a:avLst/>
          </a:prstGeom>
          <a:solidFill>
            <a:srgbClr val="152E0C"/>
          </a:solidFill>
          <a:ln w="6350">
            <a:solidFill>
              <a:srgbClr val="4A55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231136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HTML + CSS + JS propio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679192"/>
            <a:ext cx="5120640" cy="438912"/>
          </a:xfrm>
          <a:prstGeom prst="rect">
            <a:avLst/>
          </a:prstGeom>
          <a:solidFill>
            <a:srgbClr val="1A3A10"/>
          </a:solidFill>
          <a:ln w="6350">
            <a:solidFill>
              <a:srgbClr val="4A55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724912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completo (móvil y desktop)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172968"/>
            <a:ext cx="5120640" cy="438912"/>
          </a:xfrm>
          <a:prstGeom prst="rect">
            <a:avLst/>
          </a:prstGeom>
          <a:solidFill>
            <a:srgbClr val="152E0C"/>
          </a:solidFill>
          <a:ln w="6350">
            <a:solidFill>
              <a:srgbClr val="4A55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218688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básico on-page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666744"/>
            <a:ext cx="5120640" cy="438912"/>
          </a:xfrm>
          <a:prstGeom prst="rect">
            <a:avLst/>
          </a:prstGeom>
          <a:solidFill>
            <a:srgbClr val="1A3A10"/>
          </a:solidFill>
          <a:ln w="6350">
            <a:solidFill>
              <a:srgbClr val="4A55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712464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Formularios de contacto funcionales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160520"/>
            <a:ext cx="5120640" cy="438912"/>
          </a:xfrm>
          <a:prstGeom prst="rect">
            <a:avLst/>
          </a:prstGeom>
          <a:solidFill>
            <a:srgbClr val="152E0C"/>
          </a:solidFill>
          <a:ln w="6350">
            <a:solidFill>
              <a:srgbClr val="4A55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206240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Carrito de compras + Stripe (Docolco)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654296"/>
            <a:ext cx="5120640" cy="438912"/>
          </a:xfrm>
          <a:prstGeom prst="rect">
            <a:avLst/>
          </a:prstGeom>
          <a:solidFill>
            <a:srgbClr val="1A3A10"/>
          </a:solidFill>
          <a:ln w="6350">
            <a:solidFill>
              <a:srgbClr val="4A55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700016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Subida a Netlify con HTTPS gratuito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5148072"/>
            <a:ext cx="5120640" cy="438912"/>
          </a:xfrm>
          <a:prstGeom prst="rect">
            <a:avLst/>
          </a:prstGeom>
          <a:solidFill>
            <a:srgbClr val="152E0C"/>
          </a:solidFill>
          <a:ln w="6350">
            <a:solidFill>
              <a:srgbClr val="4A55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5193792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rondas de revisión por proyecto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5641848"/>
            <a:ext cx="5120640" cy="438912"/>
          </a:xfrm>
          <a:prstGeom prst="rect">
            <a:avLst/>
          </a:prstGeom>
          <a:solidFill>
            <a:srgbClr val="1A3A10"/>
          </a:solidFill>
          <a:ln w="6350">
            <a:solidFill>
              <a:srgbClr val="4A55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687568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por WhatsApp post-entrega (30 días)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1188720"/>
            <a:ext cx="5394960" cy="457200"/>
          </a:xfrm>
          <a:prstGeom prst="rect">
            <a:avLst/>
          </a:prstGeom>
          <a:solidFill>
            <a:srgbClr val="4A1A1A"/>
          </a:solidFill>
          <a:ln w="12700">
            <a:solidFill>
              <a:srgbClr val="4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 INCLUYE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1691640"/>
            <a:ext cx="5394960" cy="438912"/>
          </a:xfrm>
          <a:prstGeom prst="rect">
            <a:avLst/>
          </a:prstGeom>
          <a:solidFill>
            <a:srgbClr val="3A1010"/>
          </a:solidFill>
          <a:ln w="6350">
            <a:solidFill>
              <a:srgbClr val="5A2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173736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de contenido (textos e imágenes)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2185416"/>
            <a:ext cx="5394960" cy="438912"/>
          </a:xfrm>
          <a:prstGeom prst="rect">
            <a:avLst/>
          </a:prstGeom>
          <a:solidFill>
            <a:srgbClr val="2E0C0C"/>
          </a:solidFill>
          <a:ln w="6350">
            <a:solidFill>
              <a:srgbClr val="5A2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2231136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Publicidad pagada (Google Ads, Meta Ads)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2679192"/>
            <a:ext cx="5394960" cy="438912"/>
          </a:xfrm>
          <a:prstGeom prst="rect">
            <a:avLst/>
          </a:prstGeom>
          <a:solidFill>
            <a:srgbClr val="3A1010"/>
          </a:solidFill>
          <a:ln w="6350">
            <a:solidFill>
              <a:srgbClr val="5A2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27249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móvil nativa (iOS / Android)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3172968"/>
            <a:ext cx="5394960" cy="438912"/>
          </a:xfrm>
          <a:prstGeom prst="rect">
            <a:avLst/>
          </a:prstGeom>
          <a:solidFill>
            <a:srgbClr val="2E0C0C"/>
          </a:solidFill>
          <a:ln w="6350">
            <a:solidFill>
              <a:srgbClr val="5A2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321868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con ERP o software contable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0" y="3666744"/>
            <a:ext cx="5394960" cy="438912"/>
          </a:xfrm>
          <a:prstGeom prst="rect">
            <a:avLst/>
          </a:prstGeom>
          <a:solidFill>
            <a:srgbClr val="3A1010"/>
          </a:solidFill>
          <a:ln w="6350">
            <a:solidFill>
              <a:srgbClr val="5A2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528" y="3712464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 presencial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4160520"/>
            <a:ext cx="5394960" cy="438912"/>
          </a:xfrm>
          <a:prstGeom prst="rect">
            <a:avLst/>
          </a:prstGeom>
          <a:solidFill>
            <a:srgbClr val="2E0C0C"/>
          </a:solidFill>
          <a:ln w="6350">
            <a:solidFill>
              <a:srgbClr val="5A2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0528" y="42062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de alcance sin costo adicional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4654296"/>
            <a:ext cx="5394960" cy="438912"/>
          </a:xfrm>
          <a:prstGeom prst="rect">
            <a:avLst/>
          </a:prstGeom>
          <a:solidFill>
            <a:srgbClr val="3A1010"/>
          </a:solidFill>
          <a:ln w="6350">
            <a:solidFill>
              <a:srgbClr val="5A20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0528" y="4700016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propio (se usa Netlify gratuito)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5148072"/>
            <a:ext cx="5394960" cy="438912"/>
          </a:xfrm>
          <a:prstGeom prst="rect">
            <a:avLst/>
          </a:prstGeom>
          <a:solidFill>
            <a:srgbClr val="2E0C0C"/>
          </a:solidFill>
          <a:ln w="6350">
            <a:solidFill>
              <a:srgbClr val="5A20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0528" y="519379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corporativo (@dominio.com)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0" y="5641848"/>
            <a:ext cx="5394960" cy="438912"/>
          </a:xfrm>
          <a:prstGeom prst="rect">
            <a:avLst/>
          </a:prstGeom>
          <a:solidFill>
            <a:srgbClr val="3A1010"/>
          </a:solidFill>
          <a:ln w="6350">
            <a:solidFill>
              <a:srgbClr val="5A20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10528" y="56875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mensual (es un add-on)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TÉRMINOS DE PAGO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pagos por hitos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89920" cy="2011680"/>
          </a:xfrm>
          <a:prstGeom prst="rect">
            <a:avLst/>
          </a:prstGeom>
          <a:solidFill>
            <a:srgbClr val="FFF8E0"/>
          </a:solidFill>
          <a:ln w="12700">
            <a:solidFill>
              <a:srgbClr val="E0E0D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371600"/>
            <a:ext cx="502920" cy="2011680"/>
          </a:xfrm>
          <a:prstGeom prst="rect">
            <a:avLst/>
          </a:prstGeom>
          <a:solidFill>
            <a:srgbClr val="7A4A00"/>
          </a:solidFill>
          <a:ln w="12700">
            <a:solidFill>
              <a:srgbClr val="7A4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184708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Anticipo de inicio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23957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Cuándo: Al confirmar el acuerdo por escrito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0" y="1828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$1.000.000 COP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04672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10789920" cy="2011680"/>
          </a:xfrm>
          <a:prstGeom prst="rect">
            <a:avLst/>
          </a:prstGeom>
          <a:solidFill>
            <a:srgbClr val="F0F5E8"/>
          </a:solidFill>
          <a:ln w="12700">
            <a:solidFill>
              <a:srgbClr val="E0E0D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749040"/>
            <a:ext cx="502920" cy="201168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HITO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42245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final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371600" y="4773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Cuándo: Al publicar ambos sitios y aprobar el cliente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5212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42062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$1.000.000 COP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804672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619963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DEL PROYECTO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0" y="61996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$2.000.000 COP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" y="5687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de pago aceptados: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59253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Nequi · Daviplata · Bancolombia · Efectivo (Bogotá) · Pago en especie (laptop acordado)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DE</a:t>
            </a:r>
            <a:endParaRPr lang="en-US" sz="5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731520" y="2697480"/>
            <a:ext cx="2743200" cy="54864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926080"/>
            <a:ext cx="2651760" cy="3108960"/>
          </a:xfrm>
          <a:prstGeom prst="rect">
            <a:avLst/>
          </a:prstGeom>
          <a:solidFill>
            <a:srgbClr val="1E1E1A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08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38221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2793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principal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88720" y="4709160"/>
            <a:ext cx="1737360" cy="27432"/>
          </a:xfrm>
          <a:prstGeom prst="rect">
            <a:avLst/>
          </a:prstGeom>
          <a:solidFill>
            <a:srgbClr val="4A5528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800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Máx. 2h (Lun–Sáb 8am–7pm)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2926080"/>
            <a:ext cx="2651760" cy="3108960"/>
          </a:xfrm>
          <a:prstGeom prst="rect">
            <a:avLst/>
          </a:prstGeom>
          <a:solidFill>
            <a:srgbClr val="1E1E1A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108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566160" y="38221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42793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formales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23360" y="4709160"/>
            <a:ext cx="1737360" cy="27432"/>
          </a:xfrm>
          <a:prstGeom prst="rect">
            <a:avLst/>
          </a:prstGeom>
          <a:solidFill>
            <a:srgbClr val="4A5528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4800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Máx. 24h hábiles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2926080"/>
            <a:ext cx="2651760" cy="3108960"/>
          </a:xfrm>
          <a:prstGeom prst="rect">
            <a:avLst/>
          </a:prstGeom>
          <a:solidFill>
            <a:srgbClr val="1E1E1A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108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400800" y="38221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preview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42793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avance en tiempo real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4709160"/>
            <a:ext cx="1737360" cy="27432"/>
          </a:xfrm>
          <a:prstGeom prst="rect">
            <a:avLst/>
          </a:prstGeom>
          <a:solidFill>
            <a:srgbClr val="4A5528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800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 siempre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35440" y="2926080"/>
            <a:ext cx="2651760" cy="3108960"/>
          </a:xfrm>
          <a:prstGeom prst="rect">
            <a:avLst/>
          </a:prstGeom>
          <a:solidFill>
            <a:srgbClr val="1E1E1A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0" y="3108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9235440" y="38221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Videollamada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35440" y="42793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Revisiones complejas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692640" y="4709160"/>
            <a:ext cx="1737360" cy="27432"/>
          </a:xfrm>
          <a:prstGeom prst="rect">
            <a:avLst/>
          </a:prstGeom>
          <a:solidFill>
            <a:srgbClr val="4A5528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4800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agenda previa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6263640"/>
            <a:ext cx="11064240" cy="36576"/>
          </a:xfrm>
          <a:prstGeom prst="rect">
            <a:avLst/>
          </a:prstGeom>
          <a:solidFill>
            <a:srgbClr val="4A5528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64922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4A5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SR.DEV  ·  Samuel Rojas  ·  +57 304 353 8450  ·  samueldavidvida@gmail.com  ·  Bogotá, Colombia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Contrato y Términos — SR.DEV</dc:title>
  <dc:subject>PptxGenJS Presentation</dc:subject>
  <dc:creator>PptxGenJS</dc:creator>
  <cp:lastModifiedBy>PptxGenJS</cp:lastModifiedBy>
  <cp:revision>1</cp:revision>
  <dcterms:created xsi:type="dcterms:W3CDTF">2026-05-23T21:20:16Z</dcterms:created>
  <dcterms:modified xsi:type="dcterms:W3CDTF">2026-05-23T21:20:16Z</dcterms:modified>
</cp:coreProperties>
</file>